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36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1277360" cy="480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36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Quarterly Review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11277360" cy="480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opening line with </a:t>
            </a:r>
            <a:r>
              <a:rPr lang="en-AU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bold words</a:t>
            </a: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lang="en-AU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emphasis</a:t>
            </a: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 finding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finding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nested point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Another nested point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36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Numbers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11277360" cy="480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Revenue rose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Costs held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fn main() {}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36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11277360" cy="480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final line.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imond">
  <a:themeElements>
    <a:clrScheme name="Daimon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aimond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